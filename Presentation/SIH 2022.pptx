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5DDCD6-9E82-453D-B0D4-DD5EE9880BD8}" v="3" dt="2022-03-07T09:42:57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nshu Malik" userId="ce3da3ae7ad0013c" providerId="LiveId" clId="{B35DDCD6-9E82-453D-B0D4-DD5EE9880BD8}"/>
    <pc:docChg chg="undo custSel addSld delSld modSld">
      <pc:chgData name="Deepanshu Malik" userId="ce3da3ae7ad0013c" providerId="LiveId" clId="{B35DDCD6-9E82-453D-B0D4-DD5EE9880BD8}" dt="2022-03-07T09:44:08.486" v="407" actId="20577"/>
      <pc:docMkLst>
        <pc:docMk/>
      </pc:docMkLst>
      <pc:sldChg chg="new del">
        <pc:chgData name="Deepanshu Malik" userId="ce3da3ae7ad0013c" providerId="LiveId" clId="{B35DDCD6-9E82-453D-B0D4-DD5EE9880BD8}" dt="2022-03-07T09:34:29.286" v="1" actId="2696"/>
        <pc:sldMkLst>
          <pc:docMk/>
          <pc:sldMk cId="2104936530" sldId="256"/>
        </pc:sldMkLst>
      </pc:sldChg>
      <pc:sldChg chg="addSp modSp new mod">
        <pc:chgData name="Deepanshu Malik" userId="ce3da3ae7ad0013c" providerId="LiveId" clId="{B35DDCD6-9E82-453D-B0D4-DD5EE9880BD8}" dt="2022-03-07T09:44:08.486" v="407" actId="20577"/>
        <pc:sldMkLst>
          <pc:docMk/>
          <pc:sldMk cId="2137345795" sldId="256"/>
        </pc:sldMkLst>
        <pc:spChg chg="add mod">
          <ac:chgData name="Deepanshu Malik" userId="ce3da3ae7ad0013c" providerId="LiveId" clId="{B35DDCD6-9E82-453D-B0D4-DD5EE9880BD8}" dt="2022-03-07T09:41:54.032" v="357" actId="207"/>
          <ac:spMkLst>
            <pc:docMk/>
            <pc:sldMk cId="2137345795" sldId="256"/>
            <ac:spMk id="2" creationId="{34F6C4C4-F468-4834-A8AF-D84BB38BDC75}"/>
          </ac:spMkLst>
        </pc:spChg>
        <pc:spChg chg="add mod">
          <ac:chgData name="Deepanshu Malik" userId="ce3da3ae7ad0013c" providerId="LiveId" clId="{B35DDCD6-9E82-453D-B0D4-DD5EE9880BD8}" dt="2022-03-07T09:42:24.365" v="366" actId="113"/>
          <ac:spMkLst>
            <pc:docMk/>
            <pc:sldMk cId="2137345795" sldId="256"/>
            <ac:spMk id="3" creationId="{E20B10D7-008A-4C26-93BC-AEE0DBD41FD6}"/>
          </ac:spMkLst>
        </pc:spChg>
        <pc:spChg chg="add mod">
          <ac:chgData name="Deepanshu Malik" userId="ce3da3ae7ad0013c" providerId="LiveId" clId="{B35DDCD6-9E82-453D-B0D4-DD5EE9880BD8}" dt="2022-03-07T09:44:08.486" v="407" actId="20577"/>
          <ac:spMkLst>
            <pc:docMk/>
            <pc:sldMk cId="2137345795" sldId="256"/>
            <ac:spMk id="4" creationId="{41289B0D-542B-4A07-B350-9B42B0C132AE}"/>
          </ac:spMkLst>
        </pc:spChg>
        <pc:spChg chg="add mod">
          <ac:chgData name="Deepanshu Malik" userId="ce3da3ae7ad0013c" providerId="LiveId" clId="{B35DDCD6-9E82-453D-B0D4-DD5EE9880BD8}" dt="2022-03-07T09:43:28.459" v="397" actId="1076"/>
          <ac:spMkLst>
            <pc:docMk/>
            <pc:sldMk cId="2137345795" sldId="256"/>
            <ac:spMk id="5" creationId="{06542EB3-1467-40D9-B7DF-4005B2D6E6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3398-6330-4408-A468-DB46FF129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2C74-067A-4494-92D9-AF0DC0A45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73087-29E1-4D03-9EAF-0670F9D5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182D0-57A2-425B-B722-B42805EF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2DDD4-B19E-42E8-961D-1426ECA0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375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CE54-7C01-4161-8B49-59FE95D6B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0A29-6F3D-4734-96D0-749DB194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EA21E-EFD6-4409-A52D-5C52B072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D4B4B-1CA6-42E4-8CF6-04F05B5E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7C107-9FFC-49AF-A759-152349E7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48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880C0-039E-4CF2-90EE-394C2C1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AB508-7E41-43B2-89E9-B44202F4C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7DFFC-8BD3-4B13-832B-57CEBC3E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1983C-C5EC-48AF-8A61-DD0078C9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17725-91BF-4B78-921A-FFA7EB7F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186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BCE9-80FC-4FA7-B298-4B245020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18F16-87C0-4CDA-B7D6-1AB866491C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2D4F2-EF25-4947-B042-641DFDB4E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3751A-B812-4FF7-9F37-0CA1F9E9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8E042-F3F6-451E-BC43-C2CE9BD95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ED18E-7025-4137-92A7-657AA96C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74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6332-1598-4072-8DEC-5DF29EA15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35C97-F79D-4717-8FD3-5AEED7A56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B6A085-91A0-44B5-ACF8-331DFCE23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A377BE-1931-4C33-942A-169A7082C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05EB0-9033-445A-88F8-E8287D9B68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2585A-F210-498B-9AB2-378E6197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83A6F-5778-4C7A-9AD6-108970E3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66751-7022-4A71-BC4F-A780CCBD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9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8AE2-E7E6-424E-A941-D1861595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959DBF-ADDD-4B14-9621-D670D425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45EBE-BD99-4B68-B331-B73625FF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738B0-2381-4D83-96E7-C1289C9E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80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9A3DB-64EF-404F-B7D6-EB644B2C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5F261-E9AC-4FAE-B523-5E93DDE6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D8BFE-A0B9-4D5E-B67C-E4E3F1115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08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1D41-9170-4B93-B284-879ACB570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B362-CCBC-4232-8DD5-3B370735E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36D44-BED2-466E-856E-70D0B038E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12C5C-D878-41A7-83C2-29C0A223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9EC85-BFE3-4584-9A5D-DD2EFA28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EAC91-51A1-40C8-A21B-D4F6D2995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59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51E1-3F6D-4A8A-ABAA-E266E6520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5B09AC-AA73-421F-B06C-EA1D98926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469AB-E08C-4383-85FA-D8BF984D4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410F2-725D-483A-B185-40847DAF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84EF5-C6DD-43A9-9520-3E382F690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E1B45-51C2-40B4-9DC2-E091E5AA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10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9B0C-2EAA-42B0-9EC5-64D5C6CF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324E0-9DB5-4A11-AC63-9CF688DB1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13456-FE07-4BD2-9460-8907BEE8A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45E94-2DC8-43AE-9F45-CD142C58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C82F6-27F3-4375-A406-7D5CE7CC8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315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21791-1C42-4A9B-A2A4-F57F42259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EAA72-AF15-4425-AE5E-11E2CF4D1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F98A6-310D-4AE4-8313-10A2E11B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09730-143A-49D3-95FE-6BF793806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2DE35-5457-4A5F-A453-D68FE1E97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6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53ACF-F334-408E-9DB2-5279F85F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8EF0BD-2B73-4695-90BF-86298DDF5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B805F-5074-4B77-91F3-DC6491B62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DD9F8-7737-461A-BD0E-92BEE9565459}" type="datetimeFigureOut">
              <a:rPr lang="en-IN" smtClean="0"/>
              <a:t>07-03-2022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6ED59-176F-453B-8723-F56A72A67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FF1C4-EBFA-4605-A949-D520140E9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0EF4C-F113-44A0-9F98-2672201D62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40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F6C4C4-F468-4834-A8AF-D84BB38BDC75}"/>
              </a:ext>
            </a:extLst>
          </p:cNvPr>
          <p:cNvSpPr/>
          <p:nvPr/>
        </p:nvSpPr>
        <p:spPr>
          <a:xfrm>
            <a:off x="0" y="-124691"/>
            <a:ext cx="12192000" cy="9559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0B10D7-008A-4C26-93BC-AEE0DBD41FD6}"/>
              </a:ext>
            </a:extLst>
          </p:cNvPr>
          <p:cNvSpPr txBox="1"/>
          <p:nvPr/>
        </p:nvSpPr>
        <p:spPr>
          <a:xfrm>
            <a:off x="-1" y="0"/>
            <a:ext cx="6096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MINISTRY/ORGANISATION NAME</a:t>
            </a:r>
            <a:r>
              <a:rPr lang="en-US" sz="1400" dirty="0"/>
              <a:t>: 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montserratregular"/>
              </a:rPr>
              <a:t>Government of Maharashtra </a:t>
            </a:r>
          </a:p>
          <a:p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CATEGORY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: Software	                     </a:t>
            </a:r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PROBLEM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 </a:t>
            </a:r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CODE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: OS871</a:t>
            </a:r>
          </a:p>
          <a:p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TEAM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 </a:t>
            </a:r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NAME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: Stuck Between Pixels   </a:t>
            </a:r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TEAM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 </a:t>
            </a:r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LEADER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 </a:t>
            </a:r>
            <a:r>
              <a:rPr lang="en-IN" sz="1400" b="1" dirty="0">
                <a:solidFill>
                  <a:srgbClr val="212529"/>
                </a:solidFill>
                <a:latin typeface="montserratregular"/>
              </a:rPr>
              <a:t>NAME</a:t>
            </a:r>
            <a:r>
              <a:rPr lang="en-IN" sz="1400" dirty="0">
                <a:solidFill>
                  <a:srgbClr val="212529"/>
                </a:solidFill>
                <a:latin typeface="montserratregular"/>
              </a:rPr>
              <a:t>: Kuldeep Singh</a:t>
            </a:r>
            <a:r>
              <a:rPr lang="en-IN" sz="1400" b="0" i="0" dirty="0">
                <a:solidFill>
                  <a:srgbClr val="212529"/>
                </a:solidFill>
                <a:effectLst/>
                <a:latin typeface="montserratregular"/>
              </a:rPr>
              <a:t>    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289B0D-542B-4A07-B350-9B42B0C132AE}"/>
              </a:ext>
            </a:extLst>
          </p:cNvPr>
          <p:cNvSpPr txBox="1"/>
          <p:nvPr/>
        </p:nvSpPr>
        <p:spPr>
          <a:xfrm>
            <a:off x="5735782" y="0"/>
            <a:ext cx="64562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TECHNOLOGY</a:t>
            </a:r>
            <a:r>
              <a:rPr lang="en-US" sz="1400" dirty="0"/>
              <a:t> </a:t>
            </a:r>
            <a:r>
              <a:rPr lang="en-US" sz="1400" b="1" dirty="0"/>
              <a:t>BUCKET</a:t>
            </a:r>
            <a:r>
              <a:rPr lang="en-US" sz="1400" dirty="0"/>
              <a:t>: Smart Education</a:t>
            </a:r>
          </a:p>
          <a:p>
            <a:r>
              <a:rPr lang="en-US" sz="1400" b="1" dirty="0"/>
              <a:t>PROBLEM</a:t>
            </a:r>
            <a:r>
              <a:rPr lang="en-US" sz="1400" dirty="0"/>
              <a:t> </a:t>
            </a:r>
            <a:r>
              <a:rPr lang="en-US" sz="1400" b="1" dirty="0"/>
              <a:t>STATEMENT</a:t>
            </a:r>
            <a:r>
              <a:rPr lang="en-US" sz="1400" dirty="0"/>
              <a:t>: </a:t>
            </a:r>
            <a:r>
              <a:rPr lang="en-US" sz="1400" b="0" i="0" u="none" strike="noStrike" dirty="0">
                <a:effectLst/>
                <a:latin typeface="montserratregular"/>
              </a:rPr>
              <a:t>Attendance systems for students of government aided schools</a:t>
            </a:r>
          </a:p>
          <a:p>
            <a:r>
              <a:rPr lang="en-US" sz="1400" b="1" dirty="0">
                <a:latin typeface="montserratregular"/>
              </a:rPr>
              <a:t>COLLEGE</a:t>
            </a:r>
            <a:r>
              <a:rPr lang="en-US" sz="1400" dirty="0">
                <a:latin typeface="montserratregular"/>
              </a:rPr>
              <a:t> </a:t>
            </a:r>
            <a:r>
              <a:rPr lang="en-US" sz="1400" b="1" dirty="0">
                <a:latin typeface="montserratregular"/>
              </a:rPr>
              <a:t>CODE</a:t>
            </a:r>
            <a:r>
              <a:rPr lang="en-US" sz="1400" dirty="0">
                <a:latin typeface="montserratregular"/>
              </a:rPr>
              <a:t>: C-46141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42EB3-1467-40D9-B7DF-4005B2D6E68E}"/>
              </a:ext>
            </a:extLst>
          </p:cNvPr>
          <p:cNvSpPr txBox="1"/>
          <p:nvPr/>
        </p:nvSpPr>
        <p:spPr>
          <a:xfrm>
            <a:off x="197428" y="955964"/>
            <a:ext cx="5247409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IDEA OF APPROACH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34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montserratregular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Deepanshu Malik</dc:creator>
  <cp:lastModifiedBy>Deepanshu Malik</cp:lastModifiedBy>
  <cp:revision>1</cp:revision>
  <dcterms:created xsi:type="dcterms:W3CDTF">2022-03-07T09:33:21Z</dcterms:created>
  <dcterms:modified xsi:type="dcterms:W3CDTF">2022-03-07T09:44:11Z</dcterms:modified>
</cp:coreProperties>
</file>