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31381"/>
            <a:ext cx="6412757" cy="28109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98715" y="599773"/>
            <a:ext cx="4125591" cy="44475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9664" y="536686"/>
            <a:ext cx="4465741" cy="4573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426416" y="2571744"/>
            <a:ext cx="1777616" cy="21664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402" y="27735"/>
            <a:ext cx="9009380" cy="727710"/>
          </a:xfrm>
          <a:custGeom>
            <a:avLst/>
            <a:gdLst/>
            <a:ahLst/>
            <a:cxnLst/>
            <a:rect l="l" t="t" r="r" b="b"/>
            <a:pathLst>
              <a:path w="9009380" h="727710">
                <a:moveTo>
                  <a:pt x="9009303" y="727197"/>
                </a:moveTo>
                <a:lnTo>
                  <a:pt x="0" y="727197"/>
                </a:lnTo>
                <a:lnTo>
                  <a:pt x="0" y="0"/>
                </a:lnTo>
                <a:lnTo>
                  <a:pt x="9009303" y="0"/>
                </a:lnTo>
                <a:lnTo>
                  <a:pt x="9009303" y="727197"/>
                </a:lnTo>
                <a:close/>
              </a:path>
            </a:pathLst>
          </a:custGeom>
          <a:solidFill>
            <a:srgbClr val="B3C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6248" y="39477"/>
            <a:ext cx="7531503" cy="400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g"/><Relationship Id="rId6" Type="http://schemas.openxmlformats.org/officeDocument/2006/relationships/image" Target="../media/image9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://shorturl.at/tGPW2" TargetMode="External"/><Relationship Id="rId4" Type="http://schemas.openxmlformats.org/officeDocument/2006/relationships/image" Target="../media/image1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427" y="95172"/>
            <a:ext cx="43218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5" b="1">
                <a:latin typeface="Times New Roman"/>
                <a:cs typeface="Times New Roman"/>
              </a:rPr>
              <a:t>MINISTRY/ORGANISATION </a:t>
            </a:r>
            <a:r>
              <a:rPr dirty="0" sz="1100" spc="-5" b="1">
                <a:latin typeface="Times New Roman"/>
                <a:cs typeface="Times New Roman"/>
              </a:rPr>
              <a:t>NAME </a:t>
            </a:r>
            <a:r>
              <a:rPr dirty="0" sz="1100">
                <a:latin typeface="Times New Roman"/>
                <a:cs typeface="Times New Roman"/>
              </a:rPr>
              <a:t>: </a:t>
            </a:r>
            <a:r>
              <a:rPr dirty="0" sz="1100" spc="-5">
                <a:latin typeface="Times New Roman"/>
                <a:cs typeface="Times New Roman"/>
              </a:rPr>
              <a:t>Central </a:t>
            </a:r>
            <a:r>
              <a:rPr dirty="0" sz="1100" spc="-15">
                <a:latin typeface="Times New Roman"/>
                <a:cs typeface="Times New Roman"/>
              </a:rPr>
              <a:t>Warehousing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Corporation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427" y="266622"/>
            <a:ext cx="1550035" cy="364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 b="1">
                <a:latin typeface="Times New Roman"/>
                <a:cs typeface="Times New Roman"/>
              </a:rPr>
              <a:t>CATEGORY </a:t>
            </a:r>
            <a:r>
              <a:rPr dirty="0" sz="1100">
                <a:latin typeface="Times New Roman"/>
                <a:cs typeface="Times New Roman"/>
              </a:rPr>
              <a:t>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Software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00" spc="-5" b="1">
                <a:latin typeface="Times New Roman"/>
                <a:cs typeface="Times New Roman"/>
              </a:rPr>
              <a:t>TEAM NAME </a:t>
            </a:r>
            <a:r>
              <a:rPr dirty="0" sz="1100">
                <a:latin typeface="Times New Roman"/>
                <a:cs typeface="Times New Roman"/>
              </a:rPr>
              <a:t>:</a:t>
            </a:r>
            <a:r>
              <a:rPr dirty="0" sz="1100" spc="-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!ncognito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0444" y="266622"/>
            <a:ext cx="2573655" cy="364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dirty="0" sz="1100" spc="-5" b="1">
                <a:latin typeface="Times New Roman"/>
                <a:cs typeface="Times New Roman"/>
              </a:rPr>
              <a:t>PROBLEM CODE </a:t>
            </a:r>
            <a:r>
              <a:rPr dirty="0" sz="1100" b="1">
                <a:latin typeface="Times New Roman"/>
                <a:cs typeface="Times New Roman"/>
              </a:rPr>
              <a:t>:</a:t>
            </a:r>
            <a:r>
              <a:rPr dirty="0" sz="1100" spc="-5" b="1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BK263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00" spc="-5" b="1">
                <a:latin typeface="Times New Roman"/>
                <a:cs typeface="Times New Roman"/>
              </a:rPr>
              <a:t>TEAM LEADER NAME </a:t>
            </a:r>
            <a:r>
              <a:rPr dirty="0" sz="1100">
                <a:latin typeface="Times New Roman"/>
                <a:cs typeface="Times New Roman"/>
              </a:rPr>
              <a:t>: </a:t>
            </a:r>
            <a:r>
              <a:rPr dirty="0" sz="1100" spc="-5">
                <a:latin typeface="Times New Roman"/>
                <a:cs typeface="Times New Roman"/>
              </a:rPr>
              <a:t>Dhishwari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3771" y="95172"/>
            <a:ext cx="3771900" cy="53594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6034" marR="5080" indent="-13970">
              <a:lnSpc>
                <a:spcPct val="102299"/>
              </a:lnSpc>
              <a:spcBef>
                <a:spcPts val="70"/>
              </a:spcBef>
            </a:pPr>
            <a:r>
              <a:rPr dirty="0" sz="1100" spc="-5" b="1">
                <a:latin typeface="Times New Roman"/>
                <a:cs typeface="Times New Roman"/>
              </a:rPr>
              <a:t>TECHNOLOGY BUCKET </a:t>
            </a:r>
            <a:r>
              <a:rPr dirty="0" sz="1100">
                <a:latin typeface="Times New Roman"/>
                <a:cs typeface="Times New Roman"/>
              </a:rPr>
              <a:t>: </a:t>
            </a:r>
            <a:r>
              <a:rPr dirty="0" sz="1100" spc="-5">
                <a:latin typeface="Times New Roman"/>
                <a:cs typeface="Times New Roman"/>
              </a:rPr>
              <a:t>Agriculture and Rural Development  </a:t>
            </a:r>
            <a:r>
              <a:rPr dirty="0" sz="1100" spc="-5" b="1">
                <a:latin typeface="Times New Roman"/>
                <a:cs typeface="Times New Roman"/>
              </a:rPr>
              <a:t>PROBLEM </a:t>
            </a:r>
            <a:r>
              <a:rPr dirty="0" sz="1100" spc="-25" b="1">
                <a:latin typeface="Times New Roman"/>
                <a:cs typeface="Times New Roman"/>
              </a:rPr>
              <a:t>STATEMENT </a:t>
            </a:r>
            <a:r>
              <a:rPr dirty="0" sz="1100">
                <a:latin typeface="Times New Roman"/>
                <a:cs typeface="Times New Roman"/>
              </a:rPr>
              <a:t>: </a:t>
            </a:r>
            <a:r>
              <a:rPr dirty="0" sz="1100" spc="-5">
                <a:latin typeface="Times New Roman"/>
                <a:cs typeface="Times New Roman"/>
              </a:rPr>
              <a:t>Auto Climate Monitoring System  </a:t>
            </a:r>
            <a:r>
              <a:rPr dirty="0" sz="1100" spc="-5" b="1">
                <a:latin typeface="Times New Roman"/>
                <a:cs typeface="Times New Roman"/>
              </a:rPr>
              <a:t>COLLEGE CODE </a:t>
            </a:r>
            <a:r>
              <a:rPr dirty="0" sz="1100">
                <a:latin typeface="Times New Roman"/>
                <a:cs typeface="Times New Roman"/>
              </a:rPr>
              <a:t>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1-3512387138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3623" y="806620"/>
            <a:ext cx="3318493" cy="4361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83623" y="806620"/>
            <a:ext cx="3318510" cy="436245"/>
          </a:xfrm>
          <a:prstGeom prst="rect">
            <a:avLst/>
          </a:prstGeom>
          <a:ln w="9524">
            <a:solidFill>
              <a:srgbClr val="70AC46"/>
            </a:solidFill>
          </a:ln>
        </p:spPr>
        <p:txBody>
          <a:bodyPr wrap="square" lIns="0" tIns="73025" rIns="0" bIns="0" rtlCol="0" vert="horz">
            <a:spAutoFit/>
          </a:bodyPr>
          <a:lstStyle/>
          <a:p>
            <a:pPr marL="85725">
              <a:lnSpc>
                <a:spcPts val="2855"/>
              </a:lnSpc>
              <a:spcBef>
                <a:spcPts val="575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IDEA OF</a:t>
            </a:r>
            <a:r>
              <a:rPr dirty="0" sz="2400" spc="-3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APPROACH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7324" y="1947089"/>
            <a:ext cx="189755" cy="1785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7324" y="2575735"/>
            <a:ext cx="189755" cy="1785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94624" y="1268057"/>
            <a:ext cx="4282440" cy="191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6985">
              <a:lnSpc>
                <a:spcPct val="114599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The modules mentioned to </a:t>
            </a:r>
            <a:r>
              <a:rPr dirty="0" sz="1200">
                <a:latin typeface="Times New Roman"/>
                <a:cs typeface="Times New Roman"/>
              </a:rPr>
              <a:t>be </a:t>
            </a:r>
            <a:r>
              <a:rPr dirty="0" sz="1200" spc="-5">
                <a:latin typeface="Times New Roman"/>
                <a:cs typeface="Times New Roman"/>
              </a:rPr>
              <a:t>solved </a:t>
            </a:r>
            <a:r>
              <a:rPr dirty="0" sz="1200">
                <a:latin typeface="Times New Roman"/>
                <a:cs typeface="Times New Roman"/>
              </a:rPr>
              <a:t>for </a:t>
            </a:r>
            <a:r>
              <a:rPr dirty="0" sz="1200" spc="-5">
                <a:latin typeface="Times New Roman"/>
                <a:cs typeface="Times New Roman"/>
              </a:rPr>
              <a:t>CWC are to capture  temperature and moisture, analyze the </a:t>
            </a:r>
            <a:r>
              <a:rPr dirty="0" sz="1200">
                <a:latin typeface="Times New Roman"/>
                <a:cs typeface="Times New Roman"/>
              </a:rPr>
              <a:t>data, detecting </a:t>
            </a:r>
            <a:r>
              <a:rPr dirty="0" sz="1200" spc="-5">
                <a:latin typeface="Times New Roman"/>
                <a:cs typeface="Times New Roman"/>
              </a:rPr>
              <a:t>and alerting  </a:t>
            </a:r>
            <a:r>
              <a:rPr dirty="0" sz="1200">
                <a:latin typeface="Times New Roman"/>
                <a:cs typeface="Times New Roman"/>
              </a:rPr>
              <a:t>fire, </a:t>
            </a:r>
            <a:r>
              <a:rPr dirty="0" sz="1200" spc="-5">
                <a:latin typeface="Times New Roman"/>
                <a:cs typeface="Times New Roman"/>
              </a:rPr>
              <a:t>and to </a:t>
            </a:r>
            <a:r>
              <a:rPr dirty="0" sz="1200">
                <a:latin typeface="Times New Roman"/>
                <a:cs typeface="Times New Roman"/>
              </a:rPr>
              <a:t>built a </a:t>
            </a:r>
            <a:r>
              <a:rPr dirty="0" sz="1200" spc="-5">
                <a:latin typeface="Times New Roman"/>
                <a:cs typeface="Times New Roman"/>
              </a:rPr>
              <a:t>alert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algn="just" marL="12700" marR="25400">
              <a:lnSpc>
                <a:spcPct val="114599"/>
              </a:lnSpc>
            </a:pPr>
            <a:r>
              <a:rPr dirty="0" sz="1200" spc="615">
                <a:latin typeface="DejaVu Sans"/>
                <a:cs typeface="DejaVu Sans"/>
              </a:rPr>
              <a:t>◾ </a:t>
            </a:r>
            <a:r>
              <a:rPr dirty="0" sz="1200" spc="-50">
                <a:latin typeface="Times New Roman"/>
                <a:cs typeface="Times New Roman"/>
              </a:rPr>
              <a:t>We </a:t>
            </a:r>
            <a:r>
              <a:rPr dirty="0" sz="1200" spc="-5">
                <a:latin typeface="Times New Roman"/>
                <a:cs typeface="Times New Roman"/>
              </a:rPr>
              <a:t>will cover the temperature and moisture with </a:t>
            </a:r>
            <a:r>
              <a:rPr dirty="0" sz="1200">
                <a:latin typeface="Times New Roman"/>
                <a:cs typeface="Times New Roman"/>
              </a:rPr>
              <a:t>recording </a:t>
            </a:r>
            <a:r>
              <a:rPr dirty="0" sz="1200" spc="-5">
                <a:latin typeface="Times New Roman"/>
                <a:cs typeface="Times New Roman"/>
              </a:rPr>
              <a:t>it  through sensor </a:t>
            </a:r>
            <a:r>
              <a:rPr dirty="0" sz="1200" spc="-30">
                <a:latin typeface="Times New Roman"/>
                <a:cs typeface="Times New Roman"/>
              </a:rPr>
              <a:t>DHT-11 </a:t>
            </a:r>
            <a:r>
              <a:rPr dirty="0" sz="1200" spc="-5">
                <a:latin typeface="Times New Roman"/>
                <a:cs typeface="Times New Roman"/>
              </a:rPr>
              <a:t>and analyze the </a:t>
            </a:r>
            <a:r>
              <a:rPr dirty="0" sz="1200">
                <a:latin typeface="Times New Roman"/>
                <a:cs typeface="Times New Roman"/>
              </a:rPr>
              <a:t>data using </a:t>
            </a:r>
            <a:r>
              <a:rPr dirty="0" sz="1200" spc="-5">
                <a:latin typeface="Times New Roman"/>
                <a:cs typeface="Times New Roman"/>
              </a:rPr>
              <a:t>machine learning  algorithms and </a:t>
            </a:r>
            <a:r>
              <a:rPr dirty="0" sz="1200">
                <a:latin typeface="Times New Roman"/>
                <a:cs typeface="Times New Roman"/>
              </a:rPr>
              <a:t>deploy </a:t>
            </a:r>
            <a:r>
              <a:rPr dirty="0" sz="1200" spc="-5">
                <a:latin typeface="Times New Roman"/>
                <a:cs typeface="Times New Roman"/>
              </a:rPr>
              <a:t>the model </a:t>
            </a:r>
            <a:r>
              <a:rPr dirty="0" sz="1200">
                <a:latin typeface="Times New Roman"/>
                <a:cs typeface="Times New Roman"/>
              </a:rPr>
              <a:t>using rest </a:t>
            </a:r>
            <a:r>
              <a:rPr dirty="0" sz="1200" spc="-5">
                <a:latin typeface="Times New Roman"/>
                <a:cs typeface="Times New Roman"/>
              </a:rPr>
              <a:t>API </a:t>
            </a:r>
            <a:r>
              <a:rPr dirty="0" sz="1200">
                <a:latin typeface="Times New Roman"/>
                <a:cs typeface="Times New Roman"/>
              </a:rPr>
              <a:t>on flask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-1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backend.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4599"/>
              </a:lnSpc>
            </a:pPr>
            <a:r>
              <a:rPr dirty="0" sz="1200" spc="615">
                <a:latin typeface="DejaVu Sans"/>
                <a:cs typeface="DejaVu Sans"/>
              </a:rPr>
              <a:t>◾ </a:t>
            </a:r>
            <a:r>
              <a:rPr dirty="0" sz="1200" spc="-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other </a:t>
            </a:r>
            <a:r>
              <a:rPr dirty="0" sz="1200" spc="-5">
                <a:latin typeface="Times New Roman"/>
                <a:cs typeface="Times New Roman"/>
              </a:rPr>
              <a:t>modules mentioned will </a:t>
            </a:r>
            <a:r>
              <a:rPr dirty="0" sz="1200">
                <a:latin typeface="Times New Roman"/>
                <a:cs typeface="Times New Roman"/>
              </a:rPr>
              <a:t>have </a:t>
            </a:r>
            <a:r>
              <a:rPr dirty="0" sz="1200" spc="-5">
                <a:latin typeface="Times New Roman"/>
                <a:cs typeface="Times New Roman"/>
              </a:rPr>
              <a:t>the same </a:t>
            </a:r>
            <a:r>
              <a:rPr dirty="0" sz="1200" spc="-15">
                <a:latin typeface="Times New Roman"/>
                <a:cs typeface="Times New Roman"/>
              </a:rPr>
              <a:t>methodology,  </a:t>
            </a:r>
            <a:r>
              <a:rPr dirty="0" sz="1200" spc="-5">
                <a:latin typeface="Times New Roman"/>
                <a:cs typeface="Times New Roman"/>
              </a:rPr>
              <a:t>and the sensors </a:t>
            </a:r>
            <a:r>
              <a:rPr dirty="0" sz="1200">
                <a:latin typeface="Times New Roman"/>
                <a:cs typeface="Times New Roman"/>
              </a:rPr>
              <a:t>used for </a:t>
            </a:r>
            <a:r>
              <a:rPr dirty="0" sz="1200" spc="-5">
                <a:latin typeface="Times New Roman"/>
                <a:cs typeface="Times New Roman"/>
              </a:rPr>
              <a:t>earthquake is adxl-345, and </a:t>
            </a:r>
            <a:r>
              <a:rPr dirty="0" sz="1200">
                <a:latin typeface="Times New Roman"/>
                <a:cs typeface="Times New Roman"/>
              </a:rPr>
              <a:t>for fire </a:t>
            </a:r>
            <a:r>
              <a:rPr dirty="0" sz="1200" spc="-5">
                <a:latin typeface="Times New Roman"/>
                <a:cs typeface="Times New Roman"/>
              </a:rPr>
              <a:t>is Flame  </a:t>
            </a:r>
            <a:r>
              <a:rPr dirty="0" sz="1200" spc="-15">
                <a:latin typeface="Times New Roman"/>
                <a:cs typeface="Times New Roman"/>
              </a:rPr>
              <a:t>sensor.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60740" y="1191924"/>
            <a:ext cx="189755" cy="1785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60740" y="2030120"/>
            <a:ext cx="189755" cy="1785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48040" y="786259"/>
            <a:ext cx="4137660" cy="163830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5"/>
              </a:spcBef>
            </a:pPr>
            <a:r>
              <a:rPr dirty="0" u="heavy" sz="18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Additional</a:t>
            </a:r>
            <a:r>
              <a:rPr dirty="0" u="heavy" sz="18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8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modules:</a:t>
            </a: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4599"/>
              </a:lnSpc>
              <a:spcBef>
                <a:spcPts val="130"/>
              </a:spcBef>
            </a:pPr>
            <a:r>
              <a:rPr dirty="0" sz="1200" spc="615">
                <a:latin typeface="DejaVu Sans"/>
                <a:cs typeface="DejaVu Sans"/>
              </a:rPr>
              <a:t>◾</a:t>
            </a:r>
            <a:r>
              <a:rPr dirty="0" sz="1200" spc="275">
                <a:latin typeface="DejaVu Sans"/>
                <a:cs typeface="DejaVu Sans"/>
              </a:rPr>
              <a:t> </a:t>
            </a:r>
            <a:r>
              <a:rPr dirty="0" sz="1200" spc="-4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prevent quality degradation of grains </a:t>
            </a:r>
            <a:r>
              <a:rPr dirty="0" sz="1200" spc="-5">
                <a:latin typeface="Times New Roman"/>
                <a:cs typeface="Times New Roman"/>
              </a:rPr>
              <a:t>we will </a:t>
            </a:r>
            <a:r>
              <a:rPr dirty="0" sz="1200">
                <a:latin typeface="Times New Roman"/>
                <a:cs typeface="Times New Roman"/>
              </a:rPr>
              <a:t>be </a:t>
            </a:r>
            <a:r>
              <a:rPr dirty="0" sz="1200" spc="-5">
                <a:latin typeface="Times New Roman"/>
                <a:cs typeface="Times New Roman"/>
              </a:rPr>
              <a:t>integrating  an electronic </a:t>
            </a:r>
            <a:r>
              <a:rPr dirty="0" sz="1200">
                <a:latin typeface="Times New Roman"/>
                <a:cs typeface="Times New Roman"/>
              </a:rPr>
              <a:t>nose </a:t>
            </a:r>
            <a:r>
              <a:rPr dirty="0" sz="1200" spc="-5">
                <a:latin typeface="Times New Roman"/>
                <a:cs typeface="Times New Roman"/>
              </a:rPr>
              <a:t>to sense carbon </a:t>
            </a:r>
            <a:r>
              <a:rPr dirty="0" sz="1200">
                <a:latin typeface="Times New Roman"/>
                <a:cs typeface="Times New Roman"/>
              </a:rPr>
              <a:t>dioxide using </a:t>
            </a:r>
            <a:r>
              <a:rPr dirty="0" sz="1200" spc="-5">
                <a:latin typeface="Times New Roman"/>
                <a:cs typeface="Times New Roman"/>
              </a:rPr>
              <a:t>mq-sensors which  will </a:t>
            </a:r>
            <a:r>
              <a:rPr dirty="0" sz="1200">
                <a:latin typeface="Times New Roman"/>
                <a:cs typeface="Times New Roman"/>
              </a:rPr>
              <a:t>be released from </a:t>
            </a:r>
            <a:r>
              <a:rPr dirty="0" sz="1200" spc="-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grains </a:t>
            </a:r>
            <a:r>
              <a:rPr dirty="0" sz="1200" spc="-5">
                <a:latin typeface="Times New Roman"/>
                <a:cs typeface="Times New Roman"/>
              </a:rPr>
              <a:t>and then </a:t>
            </a:r>
            <a:r>
              <a:rPr dirty="0" sz="1200">
                <a:latin typeface="Times New Roman"/>
                <a:cs typeface="Times New Roman"/>
              </a:rPr>
              <a:t>do </a:t>
            </a:r>
            <a:r>
              <a:rPr dirty="0" sz="1200" spc="-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proper </a:t>
            </a:r>
            <a:r>
              <a:rPr dirty="0" sz="1200" spc="-5">
                <a:latin typeface="Times New Roman"/>
                <a:cs typeface="Times New Roman"/>
              </a:rPr>
              <a:t>analytics </a:t>
            </a:r>
            <a:r>
              <a:rPr dirty="0" sz="1200">
                <a:latin typeface="Times New Roman"/>
                <a:cs typeface="Times New Roman"/>
              </a:rPr>
              <a:t>of 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algn="just" marL="12700" marR="19050">
              <a:lnSpc>
                <a:spcPct val="114599"/>
              </a:lnSpc>
            </a:pPr>
            <a:r>
              <a:rPr dirty="0" sz="1200" spc="615">
                <a:latin typeface="DejaVu Sans"/>
                <a:cs typeface="DejaVu Sans"/>
              </a:rPr>
              <a:t>◾</a:t>
            </a:r>
            <a:r>
              <a:rPr dirty="0" sz="1200" spc="-85">
                <a:latin typeface="DejaVu Sans"/>
                <a:cs typeface="DejaVu Sans"/>
              </a:rPr>
              <a:t> </a:t>
            </a:r>
            <a:r>
              <a:rPr dirty="0" sz="1200" spc="-4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prevent unhygienic </a:t>
            </a:r>
            <a:r>
              <a:rPr dirty="0" sz="1200" spc="-5">
                <a:latin typeface="Times New Roman"/>
                <a:cs typeface="Times New Roman"/>
              </a:rPr>
              <a:t>condition caused </a:t>
            </a:r>
            <a:r>
              <a:rPr dirty="0" sz="1200">
                <a:latin typeface="Times New Roman"/>
                <a:cs typeface="Times New Roman"/>
              </a:rPr>
              <a:t>by rodents </a:t>
            </a:r>
            <a:r>
              <a:rPr dirty="0" sz="1200" spc="-5">
                <a:latin typeface="Times New Roman"/>
                <a:cs typeface="Times New Roman"/>
              </a:rPr>
              <a:t>in CWC we  can </a:t>
            </a:r>
            <a:r>
              <a:rPr dirty="0" sz="1200">
                <a:latin typeface="Times New Roman"/>
                <a:cs typeface="Times New Roman"/>
              </a:rPr>
              <a:t>use </a:t>
            </a:r>
            <a:r>
              <a:rPr dirty="0" sz="1200" spc="-5">
                <a:latin typeface="Times New Roman"/>
                <a:cs typeface="Times New Roman"/>
              </a:rPr>
              <a:t>motion sensor(hc-sr501) and can </a:t>
            </a:r>
            <a:r>
              <a:rPr dirty="0" sz="1200">
                <a:latin typeface="Times New Roman"/>
                <a:cs typeface="Times New Roman"/>
              </a:rPr>
              <a:t>detect </a:t>
            </a:r>
            <a:r>
              <a:rPr dirty="0" sz="1200" spc="-5">
                <a:latin typeface="Times New Roman"/>
                <a:cs typeface="Times New Roman"/>
              </a:rPr>
              <a:t>its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presence.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9489" y="2984918"/>
            <a:ext cx="3852892" cy="21263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47083" y="3115618"/>
            <a:ext cx="4927600" cy="1980564"/>
            <a:chOff x="47083" y="3115618"/>
            <a:chExt cx="4927600" cy="1980564"/>
          </a:xfrm>
        </p:grpSpPr>
        <p:sp>
          <p:nvSpPr>
            <p:cNvPr id="16" name="object 16"/>
            <p:cNvSpPr/>
            <p:nvPr/>
          </p:nvSpPr>
          <p:spPr>
            <a:xfrm>
              <a:off x="2219320" y="3642737"/>
              <a:ext cx="2755012" cy="118208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083" y="3115618"/>
              <a:ext cx="2308319" cy="198047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93089" y="2502919"/>
            <a:ext cx="3687445" cy="462280"/>
          </a:xfrm>
          <a:prstGeom prst="rect">
            <a:avLst/>
          </a:prstGeom>
          <a:solidFill>
            <a:srgbClr val="FFF2CC"/>
          </a:solidFill>
          <a:ln w="28574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200"/>
              </a:spcBef>
            </a:pPr>
            <a:r>
              <a:rPr dirty="0" sz="2400" spc="-5" b="1">
                <a:latin typeface="Times New Roman"/>
                <a:cs typeface="Times New Roman"/>
              </a:rPr>
              <a:t>TECHNOLOGY</a:t>
            </a:r>
            <a:r>
              <a:rPr dirty="0" sz="2400" spc="-120" b="1">
                <a:latin typeface="Times New Roman"/>
                <a:cs typeface="Times New Roman"/>
              </a:rPr>
              <a:t> </a:t>
            </a:r>
            <a:r>
              <a:rPr dirty="0" sz="2400" spc="-35" b="1">
                <a:latin typeface="Times New Roman"/>
                <a:cs typeface="Times New Roman"/>
              </a:rPr>
              <a:t>STACK: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96" y="27347"/>
            <a:ext cx="1731010" cy="400685"/>
          </a:xfrm>
          <a:prstGeom prst="rect"/>
          <a:solidFill>
            <a:srgbClr val="F4AF80"/>
          </a:solidFill>
          <a:ln w="28574">
            <a:solidFill>
              <a:srgbClr val="000000"/>
            </a:solidFill>
          </a:ln>
        </p:spPr>
        <p:txBody>
          <a:bodyPr wrap="square" lIns="0" tIns="27939" rIns="0" bIns="0" rtlCol="0" vert="horz">
            <a:spAutoFit/>
          </a:bodyPr>
          <a:lstStyle/>
          <a:p>
            <a:pPr marL="212090">
              <a:lnSpc>
                <a:spcPct val="100000"/>
              </a:lnSpc>
              <a:spcBef>
                <a:spcPts val="219"/>
              </a:spcBef>
            </a:pPr>
            <a:r>
              <a:rPr dirty="0" spc="-5"/>
              <a:t>USE</a:t>
            </a:r>
            <a:r>
              <a:rPr dirty="0" spc="-30"/>
              <a:t> </a:t>
            </a:r>
            <a:r>
              <a:rPr dirty="0" spc="-5"/>
              <a:t>CASE: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96465" y="29495"/>
            <a:ext cx="3599179" cy="400685"/>
          </a:xfrm>
          <a:prstGeom prst="rect">
            <a:avLst/>
          </a:prstGeom>
          <a:solidFill>
            <a:srgbClr val="F4AF80"/>
          </a:solidFill>
          <a:ln w="28574">
            <a:solidFill>
              <a:srgbClr val="000000"/>
            </a:solidFill>
          </a:ln>
        </p:spPr>
        <p:txBody>
          <a:bodyPr wrap="square" lIns="0" tIns="27939" rIns="0" bIns="0" rtlCol="0" vert="horz">
            <a:spAutoFit/>
          </a:bodyPr>
          <a:lstStyle/>
          <a:p>
            <a:pPr marL="275590">
              <a:lnSpc>
                <a:spcPct val="100000"/>
              </a:lnSpc>
              <a:spcBef>
                <a:spcPts val="219"/>
              </a:spcBef>
            </a:pPr>
            <a:r>
              <a:rPr dirty="0" sz="2000" spc="-80" b="1">
                <a:latin typeface="Times New Roman"/>
                <a:cs typeface="Times New Roman"/>
              </a:rPr>
              <a:t>DATA </a:t>
            </a:r>
            <a:r>
              <a:rPr dirty="0" sz="2000" spc="-5" b="1">
                <a:latin typeface="Times New Roman"/>
                <a:cs typeface="Times New Roman"/>
              </a:rPr>
              <a:t>FLOW</a:t>
            </a:r>
            <a:r>
              <a:rPr dirty="0" sz="2000" spc="-95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DIAGRAM: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6248" y="39477"/>
            <a:ext cx="4041140" cy="400685"/>
          </a:xfrm>
          <a:prstGeom prst="rect"/>
          <a:solidFill>
            <a:srgbClr val="FDE499"/>
          </a:solidFill>
          <a:ln w="28574">
            <a:solidFill>
              <a:srgbClr val="000000"/>
            </a:solidFill>
          </a:ln>
        </p:spPr>
        <p:txBody>
          <a:bodyPr wrap="square" lIns="0" tIns="27939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219"/>
              </a:spcBef>
            </a:pPr>
            <a:r>
              <a:rPr dirty="0" spc="-20"/>
              <a:t>INTEGRATION </a:t>
            </a:r>
            <a:r>
              <a:rPr dirty="0" spc="-5"/>
              <a:t>OF</a:t>
            </a:r>
            <a:r>
              <a:rPr dirty="0" spc="-90"/>
              <a:t> </a:t>
            </a:r>
            <a:r>
              <a:rPr dirty="0" spc="-5"/>
              <a:t>MODULES: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59" y="3243443"/>
            <a:ext cx="2997200" cy="1423670"/>
            <a:chOff x="2059" y="3243443"/>
            <a:chExt cx="2997200" cy="1423670"/>
          </a:xfrm>
        </p:grpSpPr>
        <p:sp>
          <p:nvSpPr>
            <p:cNvPr id="4" name="object 4"/>
            <p:cNvSpPr/>
            <p:nvPr/>
          </p:nvSpPr>
          <p:spPr>
            <a:xfrm>
              <a:off x="2059" y="3243443"/>
              <a:ext cx="2997200" cy="1423670"/>
            </a:xfrm>
            <a:custGeom>
              <a:avLst/>
              <a:gdLst/>
              <a:ahLst/>
              <a:cxnLst/>
              <a:rect l="l" t="t" r="r" b="b"/>
              <a:pathLst>
                <a:path w="2997200" h="1423670">
                  <a:moveTo>
                    <a:pt x="2996783" y="1423647"/>
                  </a:moveTo>
                  <a:lnTo>
                    <a:pt x="0" y="1423647"/>
                  </a:lnTo>
                  <a:lnTo>
                    <a:pt x="0" y="0"/>
                  </a:lnTo>
                  <a:lnTo>
                    <a:pt x="2996783" y="0"/>
                  </a:lnTo>
                  <a:lnTo>
                    <a:pt x="2996783" y="1423647"/>
                  </a:lnTo>
                  <a:close/>
                </a:path>
              </a:pathLst>
            </a:custGeom>
            <a:solidFill>
              <a:srgbClr val="B3C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84" y="3535024"/>
              <a:ext cx="221257" cy="20824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7784" y="3991312"/>
              <a:ext cx="189755" cy="1785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7784" y="4410409"/>
              <a:ext cx="189755" cy="1785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5084" y="3227444"/>
            <a:ext cx="2579370" cy="136779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u="heavy" sz="1400" spc="-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DEPENDENCIES</a:t>
            </a:r>
            <a:r>
              <a:rPr dirty="0" u="heavy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760"/>
              </a:lnSpc>
              <a:spcBef>
                <a:spcPts val="260"/>
              </a:spcBef>
            </a:pPr>
            <a:r>
              <a:rPr dirty="0" sz="1400" spc="715">
                <a:latin typeface="DejaVu Sans"/>
                <a:cs typeface="DejaVu Sans"/>
              </a:rPr>
              <a:t>◾</a:t>
            </a:r>
            <a:r>
              <a:rPr dirty="0" sz="1400" spc="-170">
                <a:latin typeface="DejaVu Sans"/>
                <a:cs typeface="DejaVu Sans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Browser, </a:t>
            </a:r>
            <a:r>
              <a:rPr dirty="0" sz="1200" spc="-5">
                <a:latin typeface="Times New Roman"/>
                <a:cs typeface="Times New Roman"/>
              </a:rPr>
              <a:t>QR-code support in android  </a:t>
            </a:r>
            <a:r>
              <a:rPr dirty="0" sz="1200">
                <a:latin typeface="Times New Roman"/>
                <a:cs typeface="Times New Roman"/>
              </a:rPr>
              <a:t>device.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615">
                <a:latin typeface="DejaVu Sans"/>
                <a:cs typeface="DejaVu Sans"/>
              </a:rPr>
              <a:t>◾</a:t>
            </a:r>
            <a:r>
              <a:rPr dirty="0" sz="1200" spc="-165">
                <a:latin typeface="DejaVu Sans"/>
                <a:cs typeface="DejaVu Sans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Dataset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temperature </a:t>
            </a:r>
            <a:r>
              <a:rPr dirty="0" sz="1200">
                <a:latin typeface="Times New Roman"/>
                <a:cs typeface="Times New Roman"/>
              </a:rPr>
              <a:t>, humidity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200">
                <a:latin typeface="Times New Roman"/>
                <a:cs typeface="Times New Roman"/>
              </a:rPr>
              <a:t>relevant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features.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200" spc="615">
                <a:latin typeface="DejaVu Sans"/>
                <a:cs typeface="DejaVu Sans"/>
              </a:rPr>
              <a:t>◾</a:t>
            </a:r>
            <a:r>
              <a:rPr dirty="0" sz="1200" spc="-160">
                <a:latin typeface="DejaVu Sans"/>
                <a:cs typeface="DejaVu Sans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Google maps API.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5726" y="4768165"/>
            <a:ext cx="4305300" cy="339090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235"/>
              </a:spcBef>
            </a:pPr>
            <a:r>
              <a:rPr dirty="0" sz="1600" spc="-10" b="1">
                <a:latin typeface="Times New Roman"/>
                <a:cs typeface="Times New Roman"/>
              </a:rPr>
              <a:t>PROTOTYPE </a:t>
            </a:r>
            <a:r>
              <a:rPr dirty="0" sz="1600" spc="-5" b="1">
                <a:latin typeface="Times New Roman"/>
                <a:cs typeface="Times New Roman"/>
              </a:rPr>
              <a:t>LINK:</a:t>
            </a:r>
            <a:r>
              <a:rPr dirty="0" sz="1600" spc="15" b="1">
                <a:latin typeface="Times New Roman"/>
                <a:cs typeface="Times New Roman"/>
              </a:rPr>
              <a:t> </a:t>
            </a:r>
            <a:r>
              <a:rPr dirty="0" u="heavy" sz="1600" spc="-5" b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shorturl.at/tGPW2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33335" y="3410974"/>
            <a:ext cx="189865" cy="1226820"/>
            <a:chOff x="3033335" y="3410974"/>
            <a:chExt cx="189865" cy="1226820"/>
          </a:xfrm>
        </p:grpSpPr>
        <p:sp>
          <p:nvSpPr>
            <p:cNvPr id="11" name="object 11"/>
            <p:cNvSpPr/>
            <p:nvPr/>
          </p:nvSpPr>
          <p:spPr>
            <a:xfrm>
              <a:off x="3033335" y="3410974"/>
              <a:ext cx="189755" cy="1785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33335" y="3620524"/>
              <a:ext cx="189755" cy="1785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33335" y="4039620"/>
              <a:ext cx="189755" cy="1785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33335" y="4458719"/>
              <a:ext cx="189755" cy="1785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20635" y="3097404"/>
            <a:ext cx="3824604" cy="15462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u="heavy" sz="1400" spc="-3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ADVANTAGES</a:t>
            </a:r>
            <a:r>
              <a:rPr dirty="0" u="heavy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200" spc="615">
                <a:latin typeface="DejaVu Sans"/>
                <a:cs typeface="DejaVu Sans"/>
              </a:rPr>
              <a:t>◾</a:t>
            </a:r>
            <a:r>
              <a:rPr dirty="0" sz="1200" spc="-170">
                <a:latin typeface="DejaVu Sans"/>
                <a:cs typeface="DejaVu Sans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Usage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ML/DL in </a:t>
            </a:r>
            <a:r>
              <a:rPr dirty="0" sz="1200">
                <a:latin typeface="Times New Roman"/>
                <a:cs typeface="Times New Roman"/>
              </a:rPr>
              <a:t>data </a:t>
            </a:r>
            <a:r>
              <a:rPr dirty="0" sz="1200" spc="-5">
                <a:latin typeface="Times New Roman"/>
                <a:cs typeface="Times New Roman"/>
              </a:rPr>
              <a:t>analysis is an accurate method.</a:t>
            </a:r>
            <a:endParaRPr sz="1200">
              <a:latin typeface="Times New Roman"/>
              <a:cs typeface="Times New Roman"/>
            </a:endParaRPr>
          </a:p>
          <a:p>
            <a:pPr marL="12700" marR="466725">
              <a:lnSpc>
                <a:spcPct val="114599"/>
              </a:lnSpc>
            </a:pPr>
            <a:r>
              <a:rPr dirty="0" sz="1200" spc="615">
                <a:latin typeface="DejaVu Sans"/>
                <a:cs typeface="DejaVu Sans"/>
              </a:rPr>
              <a:t>◾</a:t>
            </a:r>
            <a:r>
              <a:rPr dirty="0" sz="1200" spc="-170">
                <a:latin typeface="DejaVu Sans"/>
                <a:cs typeface="DejaVu Sans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 system is in </a:t>
            </a:r>
            <a:r>
              <a:rPr dirty="0" sz="1200">
                <a:latin typeface="Times New Roman"/>
                <a:cs typeface="Times New Roman"/>
              </a:rPr>
              <a:t>form of </a:t>
            </a:r>
            <a:r>
              <a:rPr dirty="0" sz="1200" spc="-5">
                <a:latin typeface="Times New Roman"/>
                <a:cs typeface="Times New Roman"/>
              </a:rPr>
              <a:t>working </a:t>
            </a:r>
            <a:r>
              <a:rPr dirty="0" sz="1200">
                <a:latin typeface="Times New Roman"/>
                <a:cs typeface="Times New Roman"/>
              </a:rPr>
              <a:t>product </a:t>
            </a:r>
            <a:r>
              <a:rPr dirty="0" sz="1200" spc="-5">
                <a:latin typeface="Times New Roman"/>
                <a:cs typeface="Times New Roman"/>
              </a:rPr>
              <a:t>with in </a:t>
            </a:r>
            <a:r>
              <a:rPr dirty="0" sz="1200">
                <a:latin typeface="Times New Roman"/>
                <a:cs typeface="Times New Roman"/>
              </a:rPr>
              <a:t>a  deployed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version.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14599"/>
              </a:lnSpc>
            </a:pPr>
            <a:r>
              <a:rPr dirty="0" sz="1200" spc="615">
                <a:latin typeface="DejaVu Sans"/>
                <a:cs typeface="DejaVu Sans"/>
              </a:rPr>
              <a:t>◾</a:t>
            </a:r>
            <a:r>
              <a:rPr dirty="0" sz="1200" spc="-215">
                <a:latin typeface="DejaVu Sans"/>
                <a:cs typeface="DejaVu Sans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Sharing </a:t>
            </a:r>
            <a:r>
              <a:rPr dirty="0" sz="1200">
                <a:latin typeface="Times New Roman"/>
                <a:cs typeface="Times New Roman"/>
              </a:rPr>
              <a:t>over </a:t>
            </a:r>
            <a:r>
              <a:rPr dirty="0" sz="1200" spc="-5">
                <a:latin typeface="Times New Roman"/>
                <a:cs typeface="Times New Roman"/>
              </a:rPr>
              <a:t>secured </a:t>
            </a:r>
            <a:r>
              <a:rPr dirty="0" sz="1200">
                <a:latin typeface="Times New Roman"/>
                <a:cs typeface="Times New Roman"/>
              </a:rPr>
              <a:t>IP </a:t>
            </a:r>
            <a:r>
              <a:rPr dirty="0" sz="1200" spc="-5">
                <a:latin typeface="Times New Roman"/>
                <a:cs typeface="Times New Roman"/>
              </a:rPr>
              <a:t>will serve </a:t>
            </a:r>
            <a:r>
              <a:rPr dirty="0" sz="1200">
                <a:latin typeface="Times New Roman"/>
                <a:cs typeface="Times New Roman"/>
              </a:rPr>
              <a:t>a purpose of no </a:t>
            </a:r>
            <a:r>
              <a:rPr dirty="0" sz="1200" spc="-5">
                <a:latin typeface="Times New Roman"/>
                <a:cs typeface="Times New Roman"/>
              </a:rPr>
              <a:t>internet  connection in </a:t>
            </a:r>
            <a:r>
              <a:rPr dirty="0" sz="1200">
                <a:latin typeface="Times New Roman"/>
                <a:cs typeface="Times New Roman"/>
              </a:rPr>
              <a:t>devices over 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range.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200" spc="615">
                <a:latin typeface="DejaVu Sans"/>
                <a:cs typeface="DejaVu Sans"/>
              </a:rPr>
              <a:t>◾</a:t>
            </a:r>
            <a:r>
              <a:rPr dirty="0" sz="1200" spc="-210">
                <a:latin typeface="DejaVu Sans"/>
                <a:cs typeface="DejaVu Sans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deployment on flask using rest </a:t>
            </a:r>
            <a:r>
              <a:rPr dirty="0" sz="1200" spc="-5">
                <a:latin typeface="Times New Roman"/>
                <a:cs typeface="Times New Roman"/>
              </a:rPr>
              <a:t>API is scalable.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9336" y="528736"/>
            <a:ext cx="2114345" cy="38974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315185" y="54866"/>
            <a:ext cx="1238885" cy="369570"/>
          </a:xfrm>
          <a:prstGeom prst="rect">
            <a:avLst/>
          </a:prstGeom>
          <a:solidFill>
            <a:srgbClr val="F4AF80"/>
          </a:solidFill>
          <a:ln w="28574">
            <a:solidFill>
              <a:srgbClr val="000000"/>
            </a:solidFill>
          </a:ln>
        </p:spPr>
        <p:txBody>
          <a:bodyPr wrap="square" lIns="0" tIns="2857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225"/>
              </a:spcBef>
            </a:pPr>
            <a:r>
              <a:rPr dirty="0" sz="1800" spc="-50" b="1">
                <a:latin typeface="Times New Roman"/>
                <a:cs typeface="Times New Roman"/>
              </a:rPr>
              <a:t>LAYOUT: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2022-03-07T09:46:54Z</dcterms:created>
  <dcterms:modified xsi:type="dcterms:W3CDTF">2022-03-07T09:46:54Z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2020-02-06T00:00:00Z</vt:filetime>
  </property>
  <property fmtid="{D5CDD505-2E9C-101B-9397-08002B2CF9AE}" pid="3" name="Creator">
    <vt:lpwstr>Google</vt:lpwstr>
  </property>
  <property fmtid="{D5CDD505-2E9C-101B-9397-08002B2CF9AE}" pid="4" name="LastSaved">
    <vt:filetime>2022-03-07T00:00:00Z</vt:filetime>
  </property>
</Properties>
</file>